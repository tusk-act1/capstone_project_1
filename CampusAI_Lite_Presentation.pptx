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CampusAI 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1"/>
              <a:t>Agentic University Information Assistant</a:t>
            </a:r>
          </a:p>
          <a:p>
            <a:r>
              <a:rPr sz="1400" b="1"/>
              <a:t>Capstone Project on Multi-Agent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b="1"/>
              <a:t>Objective: Build a multi-agent AI application, CampusAI Lite, to independently answer student queries about university policies and information.</a:t>
            </a:r>
          </a:p>
          <a:p>
            <a:endParaRPr sz="1400" b="1"/>
          </a:p>
          <a:p>
            <a:r>
              <a:rPr sz="1400" b="1"/>
              <a:t>Goals:</a:t>
            </a:r>
          </a:p>
          <a:p>
            <a:r>
              <a:rPr sz="1400" b="1"/>
              <a:t>- Automate repetitive queries to reduce administrative overhead.</a:t>
            </a:r>
          </a:p>
          <a:p>
            <a:r>
              <a:rPr sz="1400" b="1"/>
              <a:t>- Leverage intelligent orchestration (LangGraph) for accurate routing.</a:t>
            </a:r>
          </a:p>
          <a:p>
            <a:r>
              <a:rPr sz="1400" b="1"/>
              <a:t>- Integrate custom AI agents (Planner, Info, Validation) for robust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/>
              <a:t>Framework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b="1"/>
              <a:t>Integrating state-of-the-art Agentic AI frameworks:</a:t>
            </a:r>
          </a:p>
          <a:p>
            <a:endParaRPr sz="1400" b="1"/>
          </a:p>
          <a:p>
            <a:r>
              <a:rPr sz="1400" b="1"/>
              <a:t>- Core Orchestration: CrewAI, LangChain, LangGraph</a:t>
            </a:r>
          </a:p>
          <a:p>
            <a:r>
              <a:rPr sz="1400" b="1"/>
              <a:t>- Exploration &amp; Comparison: AG2 (AutoGen) or BeeAI</a:t>
            </a:r>
          </a:p>
          <a:p>
            <a:r>
              <a:rPr sz="1400" b="1"/>
              <a:t>- Data Parsing &amp; Validation: Docling (Custom Tools), PydanticAI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/>
              <a:t>Core Implementation (Part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b="1"/>
              <a:t>Architecture combining CrewAI and LangGraph:</a:t>
            </a:r>
          </a:p>
          <a:p>
            <a:endParaRPr sz="1400" b="1"/>
          </a:p>
          <a:p>
            <a:r>
              <a:rPr sz="1400" b="1"/>
              <a:t>- Planner Agent: Analyzes the student query and creates a step-by-step execution plan.</a:t>
            </a:r>
          </a:p>
          <a:p>
            <a:r>
              <a:rPr sz="1400" b="1"/>
              <a:t>- Information Agent: Uses custom tools (like Docling) to retrieve university data from knowledge bases.</a:t>
            </a:r>
          </a:p>
          <a:p>
            <a:r>
              <a:rPr sz="1400" b="1"/>
              <a:t>- Validation Agent: Cross-checks the retrieved information against the query to ensure accuracy and prevents hallucinations.</a:t>
            </a:r>
          </a:p>
          <a:p>
            <a:r>
              <a:rPr sz="1400" b="1"/>
              <a:t>- Frontend UI: A Gradio-based interactive interface for seamless student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/>
              <a:t>Framework Exploration (Part 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b="1"/>
              <a:t>Comparative analysis of developer experience and performance:</a:t>
            </a:r>
          </a:p>
          <a:p>
            <a:endParaRPr sz="1400" b="1"/>
          </a:p>
          <a:p>
            <a:r>
              <a:rPr sz="1400" b="1"/>
              <a:t>- Option 1 (AG2 / AutoGen): Replicate the multi-agent workflow to compare state management and agent autonomy against CrewAI.</a:t>
            </a:r>
          </a:p>
          <a:p>
            <a:r>
              <a:rPr sz="1400" b="1"/>
              <a:t>- Option 2 (BeeAI): Build a proof-of-concept workflow to evaluate integration friction and tooling capabilities.</a:t>
            </a:r>
          </a:p>
          <a:p>
            <a:r>
              <a:rPr sz="1400" b="1"/>
              <a:t>- Goal: Identify the most robust framework for future university-level scaling.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/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b="1"/>
              <a:t>A modular, scalable directory structure:</a:t>
            </a:r>
          </a:p>
          <a:p>
            <a:endParaRPr sz="1400" b="1"/>
          </a:p>
          <a:p>
            <a:r>
              <a:rPr sz="1400" b="1"/>
              <a:t>- /agents: Core logic for Planner, Info, and Validation roles.</a:t>
            </a:r>
          </a:p>
          <a:p>
            <a:r>
              <a:rPr sz="1400" b="1"/>
              <a:t>- /tools: Custom functions (e.g., Document parsing, Database queries).</a:t>
            </a:r>
          </a:p>
          <a:p>
            <a:r>
              <a:rPr sz="1400" b="1"/>
              <a:t>- /workflows: LangGraph state machines for orchestration.</a:t>
            </a:r>
          </a:p>
          <a:p>
            <a:r>
              <a:rPr sz="1400" b="1"/>
              <a:t>- /ui: Gradio application for the frontend.</a:t>
            </a:r>
          </a:p>
          <a:p>
            <a:r>
              <a:rPr sz="1400" b="1"/>
              <a:t>- /part_b: Isolated environments for alternative framework PoCs.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2185"/>
            <a:ext cx="7772400" cy="1470025"/>
          </a:xfrm>
        </p:spPr>
        <p:txBody>
          <a:bodyPr>
            <a:normAutofit/>
          </a:bodyPr>
          <a:lstStyle/>
          <a:p>
            <a:r>
              <a:rPr sz="2000" b="1" dirty="0"/>
              <a:t>Live Demonstration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2700"/>
            <a:ext cx="6400800" cy="1752600"/>
          </a:xfrm>
        </p:spPr>
        <p:txBody>
          <a:bodyPr>
            <a:noAutofit/>
          </a:bodyPr>
          <a:lstStyle/>
          <a:p>
            <a:r>
              <a:rPr sz="1800" b="1" dirty="0"/>
              <a:t>Let's see </a:t>
            </a:r>
            <a:r>
              <a:rPr sz="1800" b="1" dirty="0" err="1"/>
              <a:t>CampusAI</a:t>
            </a:r>
            <a:r>
              <a:rPr sz="1800" b="1" dirty="0"/>
              <a:t> Lite in action!</a:t>
            </a:r>
          </a:p>
          <a:p>
            <a:endParaRPr sz="1800" b="1" dirty="0"/>
          </a:p>
          <a:p>
            <a:r>
              <a:rPr sz="1800" b="1" dirty="0"/>
              <a:t>• Interactive Q&amp;A with the UI</a:t>
            </a:r>
          </a:p>
          <a:p>
            <a:r>
              <a:rPr sz="1800" b="1" dirty="0"/>
              <a:t>• Real-time Policy Lookup</a:t>
            </a:r>
          </a:p>
          <a:p>
            <a:r>
              <a:rPr sz="1800" b="1" dirty="0"/>
              <a:t>• Seamless Agent Orchestration</a:t>
            </a:r>
          </a:p>
          <a:p>
            <a:endParaRPr sz="1800" b="1" dirty="0"/>
          </a:p>
          <a:p>
            <a:r>
              <a:rPr sz="1800" b="1" dirty="0"/>
              <a:t>Thank you for your attention!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/>
              <a:t>🚀 Welcome to CampusAI 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1" i="1"/>
              <a:t>A quick journey into AI on 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378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CampusAI Lite</vt:lpstr>
      <vt:lpstr>Problem Statement</vt:lpstr>
      <vt:lpstr>Framework Ecosystem</vt:lpstr>
      <vt:lpstr>Core Implementation (Part A)</vt:lpstr>
      <vt:lpstr>Framework Exploration (Part B)</vt:lpstr>
      <vt:lpstr>Project Architecture</vt:lpstr>
      <vt:lpstr>Live Demonstration &amp; Q&amp;A</vt:lpstr>
      <vt:lpstr>🚀 Welcome to CampusAI Lite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Solanki</cp:lastModifiedBy>
  <cp:revision>2</cp:revision>
  <dcterms:created xsi:type="dcterms:W3CDTF">2013-01-27T09:14:16Z</dcterms:created>
  <dcterms:modified xsi:type="dcterms:W3CDTF">2026-07-18T16:52:13Z</dcterms:modified>
  <cp:category/>
</cp:coreProperties>
</file>